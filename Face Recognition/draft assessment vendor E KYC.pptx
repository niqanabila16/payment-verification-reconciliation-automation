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8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3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51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7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1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9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2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20904-C86D-43A7-B68F-16B53B830BEF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CD9FE-AE05-4DB8-8815-032FF110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788528"/>
            <a:ext cx="4511890" cy="26981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741" y="960553"/>
            <a:ext cx="5919625" cy="23541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03" y="3913974"/>
            <a:ext cx="4580289" cy="27034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741" y="3990887"/>
            <a:ext cx="5254961" cy="23926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203" y="68849"/>
            <a:ext cx="30430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/>
              <a:t>Inficare</a:t>
            </a:r>
            <a:r>
              <a:rPr lang="en-US" sz="3200" b="1" dirty="0" smtClean="0"/>
              <a:t> proposal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4968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1" y="844682"/>
            <a:ext cx="7773485" cy="2143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024" y="3095877"/>
            <a:ext cx="7659169" cy="3400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06750" y="275246"/>
            <a:ext cx="2430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1. Keys take away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3286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80487"/>
          <a:stretch/>
        </p:blipFill>
        <p:spPr>
          <a:xfrm>
            <a:off x="416322" y="241598"/>
            <a:ext cx="7906853" cy="11171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89070"/>
          <a:stretch/>
        </p:blipFill>
        <p:spPr>
          <a:xfrm>
            <a:off x="825097" y="5418034"/>
            <a:ext cx="7906853" cy="625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22291"/>
              </p:ext>
            </p:extLst>
          </p:nvPr>
        </p:nvGraphicFramePr>
        <p:xfrm>
          <a:off x="898020" y="1671710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Preferred Certification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Information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ISO 27001 (essential)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Privacy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ISO 27701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Cloud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ISO 27017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SOC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SOC 2 Type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Face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NIST FRTE participation/results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Liveness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iBeta ISO 30107-3 Level 1 or Level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Penetration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Independent annual penetration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Secure SDLC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OWASP / Secure SDLC evidence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82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4972"/>
          <a:stretch/>
        </p:blipFill>
        <p:spPr>
          <a:xfrm>
            <a:off x="447126" y="1880075"/>
            <a:ext cx="5315692" cy="27731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2627"/>
          <a:stretch/>
        </p:blipFill>
        <p:spPr>
          <a:xfrm>
            <a:off x="6087558" y="1965533"/>
            <a:ext cx="3258005" cy="2838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76377"/>
          <a:stretch/>
        </p:blipFill>
        <p:spPr>
          <a:xfrm>
            <a:off x="514067" y="558125"/>
            <a:ext cx="5315692" cy="87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80" y="1275480"/>
            <a:ext cx="3115110" cy="29055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040" y="1275480"/>
            <a:ext cx="2715004" cy="42106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781" y="1275480"/>
            <a:ext cx="2743583" cy="2695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798" y="418743"/>
            <a:ext cx="3111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3. Compulsory requirement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274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10" y="399759"/>
            <a:ext cx="3515216" cy="48107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672" y="399759"/>
            <a:ext cx="3439005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0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465568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BNM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Security &amp; Certifications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AI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Fraud Detection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API &amp;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Vendor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1938"/>
            <a:ext cx="502037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6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94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2026-08-07T04:44:40Z</dcterms:created>
  <dcterms:modified xsi:type="dcterms:W3CDTF">2026-08-07T09:50:19Z</dcterms:modified>
</cp:coreProperties>
</file>